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6997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1828800"/>
            <a:ext cx="5486400" cy="5486400"/>
          </a:xfrm>
          <a:prstGeom prst="ellipse">
            <a:avLst/>
          </a:prstGeom>
          <a:solidFill>
            <a:srgbClr val="EC4899">
              <a:alpha val="15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73152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InTag Live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457200" y="334899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kern="0" spc="6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ASSET TRACKING &amp; LOGGING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Scan → 🤖 AI Extract → 📊 Live Sync → ✅ Done!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EF4444">
              <a:alpha val="9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777240"/>
            <a:ext cx="22860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34747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5029200" y="73152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212080" y="10058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📝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035040" y="960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Manual Entry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03504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wasted typing asset data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0" y="210312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212080" y="2377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❌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035040" y="2331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Human Errors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035040" y="2743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Typos cause inventory chaos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0" y="347472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212080" y="37490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😰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6035040" y="3703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Visibility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035040" y="4114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track what you can't see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6080" y="5816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you could just...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TAKE A PICTURE? </a:t>
            </a:r>
            <a:endParaRPr lang="en-US" sz="6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CORE FEATURE: AI-Powered Image Scanning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680" y="1508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Just Point &amp; Shoot!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011680" y="2077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AI extracts everything from machine labels automatically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743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8016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Name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651760" y="2743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01752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DRIVING_WHEEL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3108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80160" y="3108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Type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651760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01752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NATURAL RUBBER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960" y="3474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80160" y="3474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651760" y="3474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017520" y="3474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kg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22960" y="3840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🔢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80160" y="3840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ID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65176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017520" y="3840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TYRE_234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22960" y="4206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⏰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280160" y="4206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651760" y="4206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017520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2026-02-09 22:29:38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760720" y="1371600"/>
            <a:ext cx="2743200" cy="3474720"/>
          </a:xfrm>
          <a:prstGeom prst="rect">
            <a:avLst/>
          </a:prstGeom>
          <a:solidFill>
            <a:srgbClr val="0F172A"/>
          </a:solidFill>
          <a:ln/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76072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InTag Live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943600" y="1920240"/>
            <a:ext cx="2377440" cy="18288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Text 27"/>
          <p:cNvSpPr/>
          <p:nvPr/>
        </p:nvSpPr>
        <p:spPr>
          <a:xfrm>
            <a:off x="594360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CAMERA VIEW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94360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Detection Active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126480" y="4023360"/>
            <a:ext cx="201168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0"/>
          <p:cNvSpPr/>
          <p:nvPr/>
        </p:nvSpPr>
        <p:spPr>
          <a:xfrm>
            <a:off x="6126480" y="41605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SCAN COMPONENT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LIVE EXCEL SYNCHRONIZATION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→ Extract → Auto-Update Excel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scan instantly appears in your spreadsheet - no delays, no manual entry!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17373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4231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08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Scan Label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562860" y="2738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834640" y="2194560"/>
            <a:ext cx="17373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42316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34640" y="3108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 Extract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0" y="2738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4846320" y="2194560"/>
            <a:ext cx="17373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242316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46320" y="3108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Live Sync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581140" y="2738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hape 13"/>
          <p:cNvSpPr/>
          <p:nvPr/>
        </p:nvSpPr>
        <p:spPr>
          <a:xfrm>
            <a:off x="6858000" y="2194560"/>
            <a:ext cx="17373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242316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58000" y="3108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Excel Update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31520" y="3794760"/>
            <a:ext cx="76809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822960" y="384048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LIVE EXCEL SHEET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822960" y="41605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Name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2331720" y="41605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3840480" y="41605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5349240" y="41605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858000" y="41605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Updated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822960" y="443484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DRIVING_WH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2331720" y="443484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TYRE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3840480" y="443484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Natural Rubber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5349240" y="443484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kg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6858000" y="443484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22:29:38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731520" y="4709160"/>
            <a:ext cx="7680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Updates in REAL-TIME as you scan!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2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21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61440"/>
            <a:ext cx="7863840" cy="54864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4528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9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4528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14711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Capture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749040" y="1498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app captures high-res images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2001520"/>
            <a:ext cx="7863840" cy="54864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2092960"/>
            <a:ext cx="365760" cy="36576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138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20929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83080" y="21112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Processing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749040" y="21386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Vision API + Tesseract extract text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0080" y="2641600"/>
            <a:ext cx="7863840" cy="54864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273304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4"/>
          <p:cNvSpPr/>
          <p:nvPr/>
        </p:nvSpPr>
        <p:spPr>
          <a:xfrm>
            <a:off x="777240" y="2778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27330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27513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Parsing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749040" y="2778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identifies machine names, materials, quantities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40080" y="3281680"/>
            <a:ext cx="7863840" cy="54864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33731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19"/>
          <p:cNvSpPr/>
          <p:nvPr/>
        </p:nvSpPr>
        <p:spPr>
          <a:xfrm>
            <a:off x="777240" y="3418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337312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783080" y="33914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Sync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3749040" y="34188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stores, validates, timestamps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40080" y="3921760"/>
            <a:ext cx="7863840" cy="54864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7240" y="401320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0" name="Text 24"/>
          <p:cNvSpPr/>
          <p:nvPr/>
        </p:nvSpPr>
        <p:spPr>
          <a:xfrm>
            <a:off x="777240" y="4058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0160" y="4013200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783080" y="40314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Export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3749040" y="4058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.xlsx generation via ExcelJS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40080" y="4417568"/>
            <a:ext cx="7863840" cy="54864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77240" y="4653280"/>
            <a:ext cx="365760" cy="36576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36" name="Text 29"/>
          <p:cNvSpPr/>
          <p:nvPr/>
        </p:nvSpPr>
        <p:spPr>
          <a:xfrm>
            <a:off x="777240" y="4699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0160" y="4653280"/>
            <a:ext cx="365760" cy="3657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783080" y="46715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Everything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3749040" y="46990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logs track every operation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914400"/>
            <a:ext cx="1371600" cy="1371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914400"/>
            <a:ext cx="1371600" cy="1371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DEMO!</a:t>
            </a:r>
            <a:endParaRPr lang="en-US" sz="6400" dirty="0"/>
          </a:p>
        </p:txBody>
      </p:sp>
      <p:sp>
        <p:nvSpPr>
          <p:cNvPr id="5" name="Text 1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us scan a machine label in real-time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F59E0B">
              <a:alpha val="9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000000">
                    <a:alpha val="70000"/>
                  </a:srgbClr>
                </a:solidFill>
              </a:rPr>
              <a:t>🔥</a:t>
            </a:r>
            <a:endParaRPr lang="en-US" sz="4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1371600" cy="137160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" name="Text 2"/>
          <p:cNvSpPr/>
          <p:nvPr/>
        </p:nvSpPr>
        <p:spPr>
          <a:xfrm>
            <a:off x="274320" y="30175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INTELLIGENT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LOGGING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657600" y="640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Scan = A Perfect Log Entry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65760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every operation with military precision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0" y="1920240"/>
            <a:ext cx="5029200" cy="594360"/>
          </a:xfrm>
          <a:prstGeom prst="rect">
            <a:avLst/>
          </a:prstGeom>
          <a:solidFill>
            <a:srgbClr val="F8FAFC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794760" y="20574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INFO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663440" y="2057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scanned: DRIVING_WH • 20kg Natural Rubber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046720" y="20574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22:29:38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657600" y="2606040"/>
            <a:ext cx="5029200" cy="594360"/>
          </a:xfrm>
          <a:prstGeom prst="rect">
            <a:avLst/>
          </a:prstGeom>
          <a:solidFill>
            <a:srgbClr val="F8FAFC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794760" y="27432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INFO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663440" y="2743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sheet updated with new row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046720" y="27432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22:29:39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657600" y="3291840"/>
            <a:ext cx="5029200" cy="594360"/>
          </a:xfrm>
          <a:prstGeom prst="rect">
            <a:avLst/>
          </a:prstGeom>
          <a:solidFill>
            <a:srgbClr val="F8FAFC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794760" y="34290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DEBUG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663440" y="3429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confidence: 98.7% • Processing: 245ms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046720" y="34290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22:29:38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657600" y="3977640"/>
            <a:ext cx="5029200" cy="594360"/>
          </a:xfrm>
          <a:prstGeom prst="rect">
            <a:avLst/>
          </a:prstGeom>
          <a:solidFill>
            <a:srgbClr val="F8FAFC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794760" y="4114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ERROR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66344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permission denied - request access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046720" y="4114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22:28:12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52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DASHBOARD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3528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your inventory update LIVE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35280" y="1554480"/>
            <a:ext cx="20116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5280" y="1554480"/>
            <a:ext cx="201168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33528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26720" y="22860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COUNT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6720" y="251460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tracked items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29840" y="1554480"/>
            <a:ext cx="20116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29840" y="1554480"/>
            <a:ext cx="201168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252984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621280" y="22860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MATCHES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21280" y="251460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results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24400" y="1554480"/>
            <a:ext cx="20116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24400" y="1554480"/>
            <a:ext cx="2011680" cy="7315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6" name="Text 14"/>
          <p:cNvSpPr/>
          <p:nvPr/>
        </p:nvSpPr>
        <p:spPr>
          <a:xfrm>
            <a:off x="472440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815840" y="22860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BREADTH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15840" y="251460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types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18960" y="1554480"/>
            <a:ext cx="20116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18960" y="1554480"/>
            <a:ext cx="201168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91896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99.9%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7010400" y="22860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UPTIME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10400" y="251460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running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5280" y="3017520"/>
            <a:ext cx="822960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8160" y="31546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RECENT ACTIVITY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9600" y="35204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22:29:38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32560" y="352044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Asset synced: DRIVING_WH • 20kg Natural Rubber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9600" y="37947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22:28:55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32560" y="379476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Asset synced: DRIVING_WH • 20kg Natural Rubber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9600" y="40690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22:28:30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432560" y="406908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Asset synced: GEAR_234 • 10kg Cast Iron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IS REVOLUTIONARY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5544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10x Faster Data Entry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20574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Manual typing: 5 min/asset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31520" y="23317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Scan + Auto-fill: 30 sec/asset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46304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0" y="15544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 Human Errors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029200" y="20574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Typos cause inventory chaos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029200" y="23317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OCR accuracy: 98.7%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29718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8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246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Visibility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731520" y="37490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Update spreadsheet EOD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731520" y="4023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Live sync every scan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754880" y="29718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13690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669280" y="32740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Collaboration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5212080" y="37363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One person, one device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5182326" y="39878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Multi-user, cloud sync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POWERED BY CUTTING-EDGE TECH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3931920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Mobile App 📱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Camera API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image upload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371600"/>
            <a:ext cx="3931920" cy="4572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463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AI/ML 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20116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Vision OCR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Tesseract.js fallback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text parsing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108960"/>
            <a:ext cx="39319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00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 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7490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TimescaleDB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Winston structured logging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310896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3108960"/>
            <a:ext cx="393192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3200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Sync Engine 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37490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live updates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ExcelJS auto-generation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file storage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IMPACT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Numbers. Real Results.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201168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2377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5544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time on data entry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0" y="201168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2377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99.9%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8404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uptime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201168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0" y="2377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1264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typing errors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91440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We Built This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1371600" y="30175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Watched workers spend hours on manual data entry</a:t>
            </a:r>
            <a:endParaRPr lang="en-US" sz="1600" dirty="0"/>
          </a:p>
          <a:p>
            <a:pPr marL="0" indent="0" algn="ctr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Saw inventory chaos from simple typos</a:t>
            </a:r>
            <a:endParaRPr lang="en-US" sz="1600" dirty="0"/>
          </a:p>
          <a:p>
            <a:pPr marL="0" indent="0" algn="ctr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Knew technology could solve this - so we built it!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91440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FUTURE IS HERE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Scan. Log. Track. Repeat.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286000" y="3657600"/>
            <a:ext cx="4572000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3"/>
          <p:cNvSpPr/>
          <p:nvPr/>
        </p:nvSpPr>
        <p:spPr>
          <a:xfrm>
            <a:off x="228600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Experience InTag Live →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914400"/>
            <a:ext cx="640080" cy="64008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097280"/>
            <a:ext cx="640080" cy="64008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474720"/>
            <a:ext cx="640080" cy="64008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657600"/>
            <a:ext cx="640080" cy="64008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731520"/>
            <a:ext cx="640080" cy="64008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0" y="2286000"/>
            <a:ext cx="640080" cy="64008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9" name="Text 1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revolutionize asset tracking together</a:t>
            </a:r>
            <a:endParaRPr lang="en-US" sz="2000" dirty="0"/>
          </a:p>
        </p:txBody>
      </p:sp>
      <p:sp>
        <p:nvSpPr>
          <p:cNvPr id="10" name="Text 2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InTag Live Team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607</Words>
  <Application>Microsoft Office PowerPoint</Application>
  <PresentationFormat>On-screen Show (16:9)</PresentationFormat>
  <Paragraphs>187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InTag Live - AI-Powered Asset Tracking</dc:title>
  <dc:subject>PptxGenJS Presentation</dc:subject>
  <dc:creator>InTag Live Team</dc:creator>
  <cp:lastModifiedBy>Murali</cp:lastModifiedBy>
  <cp:revision>3</cp:revision>
  <dcterms:created xsi:type="dcterms:W3CDTF">2026-02-11T15:56:02Z</dcterms:created>
  <dcterms:modified xsi:type="dcterms:W3CDTF">2026-02-11T16:08:52Z</dcterms:modified>
</cp:coreProperties>
</file>